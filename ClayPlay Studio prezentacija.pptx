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0"/>
  </p:notesMasterIdLst>
  <p:sldIdLst>
    <p:sldId id="265" r:id="rId3"/>
    <p:sldId id="257" r:id="rId4"/>
    <p:sldId id="267" r:id="rId5"/>
    <p:sldId id="268" r:id="rId6"/>
    <p:sldId id="259" r:id="rId7"/>
    <p:sldId id="276" r:id="rId8"/>
    <p:sldId id="278" r:id="rId9"/>
    <p:sldId id="277" r:id="rId10"/>
    <p:sldId id="283" r:id="rId11"/>
    <p:sldId id="260" r:id="rId12"/>
    <p:sldId id="262" r:id="rId13"/>
    <p:sldId id="281" r:id="rId14"/>
    <p:sldId id="279" r:id="rId15"/>
    <p:sldId id="280" r:id="rId16"/>
    <p:sldId id="275" r:id="rId17"/>
    <p:sldId id="282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106" d="100"/>
          <a:sy n="106" d="100"/>
        </p:scale>
        <p:origin x="1704" y="11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656125-5299-4471-B45C-F78E086A0FBA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r-HR"/>
        </a:p>
      </dgm:t>
    </dgm:pt>
    <dgm:pt modelId="{782AD0DD-822E-4598-B453-A2A6A2EB9EEA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12.10.2025.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predložak dokumentacije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r</a:t>
          </a:r>
          <a:r>
            <a:rPr lang="hr-HR" sz="1600" b="0" i="0" dirty="0">
              <a:latin typeface="Arial" panose="020B0604020202020204" pitchFamily="34" charset="0"/>
              <a:cs typeface="Arial" panose="020B0604020202020204" pitchFamily="34" charset="0"/>
            </a:rPr>
            <a:t>azrada specifikacije programske potpore</a:t>
          </a:r>
          <a:endParaRPr lang="hr-HR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745F1E-9504-4A96-95FC-007F025AA2E4}" type="parTrans" cxnId="{3E0DF8CC-63D8-41BC-89D5-976F5F618E67}">
      <dgm:prSet/>
      <dgm:spPr/>
      <dgm:t>
        <a:bodyPr/>
        <a:lstStyle/>
        <a:p>
          <a:endParaRPr lang="hr-HR"/>
        </a:p>
      </dgm:t>
    </dgm:pt>
    <dgm:pt modelId="{C0B6BD01-8CFE-41D5-AB2A-847DE9BB7605}" type="sibTrans" cxnId="{3E0DF8CC-63D8-41BC-89D5-976F5F618E67}">
      <dgm:prSet/>
      <dgm:spPr/>
      <dgm:t>
        <a:bodyPr/>
        <a:lstStyle/>
        <a:p>
          <a:endParaRPr lang="hr-HR"/>
        </a:p>
      </dgm:t>
    </dgm:pt>
    <dgm:pt modelId="{BAD677E1-4558-4CB4-B702-4AD267E9BD82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18.10.2025.</a:t>
          </a:r>
        </a:p>
        <a:p>
          <a:r>
            <a:rPr lang="hr-HR" sz="14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hr-HR" sz="1400" b="0" i="0" dirty="0">
              <a:latin typeface="Arial" panose="020B0604020202020204" pitchFamily="34" charset="0"/>
              <a:cs typeface="Arial" panose="020B0604020202020204" pitchFamily="34" charset="0"/>
            </a:rPr>
            <a:t>modeliranje i dokumentiranje funkcionalnih i nefunkcionalnih zahtjeva</a:t>
          </a:r>
          <a:endParaRPr lang="hr-HR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240F9D-5BC9-4B27-8B00-FC330A719852}" type="parTrans" cxnId="{182A1373-2A1F-4ED1-AFE5-6AA74D94B090}">
      <dgm:prSet/>
      <dgm:spPr/>
      <dgm:t>
        <a:bodyPr/>
        <a:lstStyle/>
        <a:p>
          <a:endParaRPr lang="hr-HR"/>
        </a:p>
      </dgm:t>
    </dgm:pt>
    <dgm:pt modelId="{E8386C9A-9BCA-414F-A59D-9C0B080F4D01}" type="sibTrans" cxnId="{182A1373-2A1F-4ED1-AFE5-6AA74D94B090}">
      <dgm:prSet/>
      <dgm:spPr/>
      <dgm:t>
        <a:bodyPr/>
        <a:lstStyle/>
        <a:p>
          <a:endParaRPr lang="hr-HR"/>
        </a:p>
      </dgm:t>
    </dgm:pt>
    <dgm:pt modelId="{09D02A13-23E7-4A0C-815E-4B146F495A81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20.10.2025.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opis baze podataka 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obrasci uporabe</a:t>
          </a:r>
        </a:p>
      </dgm:t>
    </dgm:pt>
    <dgm:pt modelId="{069DA05C-0353-41BC-B3BB-3D583F93AD78}" type="parTrans" cxnId="{F788F9F0-6B77-4BEC-A305-446AF11BE300}">
      <dgm:prSet/>
      <dgm:spPr/>
      <dgm:t>
        <a:bodyPr/>
        <a:lstStyle/>
        <a:p>
          <a:endParaRPr lang="hr-HR"/>
        </a:p>
      </dgm:t>
    </dgm:pt>
    <dgm:pt modelId="{DDD73865-D032-47E7-AB9B-0E4C784C2121}" type="sibTrans" cxnId="{F788F9F0-6B77-4BEC-A305-446AF11BE300}">
      <dgm:prSet/>
      <dgm:spPr/>
      <dgm:t>
        <a:bodyPr/>
        <a:lstStyle/>
        <a:p>
          <a:endParaRPr lang="hr-HR"/>
        </a:p>
      </dgm:t>
    </dgm:pt>
    <dgm:pt modelId="{9C24A505-1B35-4A43-B15A-B3E3A3127B95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1.11.2025.</a:t>
          </a:r>
        </a:p>
        <a:p>
          <a:r>
            <a:rPr lang="hr-HR" sz="1400" dirty="0">
              <a:latin typeface="Arial" panose="020B0604020202020204" pitchFamily="34" charset="0"/>
              <a:cs typeface="Arial" panose="020B0604020202020204" pitchFamily="34" charset="0"/>
            </a:rPr>
            <a:t>- dijagrami obrazaca uporabe</a:t>
          </a:r>
        </a:p>
        <a:p>
          <a:r>
            <a:rPr lang="hr-HR" sz="1400" dirty="0">
              <a:latin typeface="Arial" panose="020B0604020202020204" pitchFamily="34" charset="0"/>
              <a:cs typeface="Arial" panose="020B0604020202020204" pitchFamily="34" charset="0"/>
            </a:rPr>
            <a:t>- sekvencijski dijagrami i dijagrami razreda</a:t>
          </a:r>
        </a:p>
      </dgm:t>
    </dgm:pt>
    <dgm:pt modelId="{2229178E-AC09-4D9F-9F1B-00653CAD4645}" type="parTrans" cxnId="{A0CAF095-5175-48D5-AC70-164801F9958A}">
      <dgm:prSet/>
      <dgm:spPr/>
      <dgm:t>
        <a:bodyPr/>
        <a:lstStyle/>
        <a:p>
          <a:endParaRPr lang="hr-HR"/>
        </a:p>
      </dgm:t>
    </dgm:pt>
    <dgm:pt modelId="{E3238949-F5A8-4D6F-A561-1ABA68335523}" type="sibTrans" cxnId="{A0CAF095-5175-48D5-AC70-164801F9958A}">
      <dgm:prSet/>
      <dgm:spPr/>
      <dgm:t>
        <a:bodyPr/>
        <a:lstStyle/>
        <a:p>
          <a:endParaRPr lang="hr-HR"/>
        </a:p>
      </dgm:t>
    </dgm:pt>
    <dgm:pt modelId="{C08EDB73-4425-4EBA-8A67-2E04787EA28D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14.11.2025.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predaja prve verzije projekta na </a:t>
          </a:r>
          <a:r>
            <a:rPr lang="hr-HR" sz="1600" dirty="0" err="1">
              <a:latin typeface="Arial" panose="020B0604020202020204" pitchFamily="34" charset="0"/>
              <a:cs typeface="Arial" panose="020B0604020202020204" pitchFamily="34" charset="0"/>
            </a:rPr>
            <a:t>GitHub</a:t>
          </a:r>
          <a:endParaRPr lang="hr-HR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AC13F0-5B66-46D7-BE59-8722BB3F44B6}" type="parTrans" cxnId="{71598A09-45B0-4846-B9F5-C4E788F1A00B}">
      <dgm:prSet/>
      <dgm:spPr/>
      <dgm:t>
        <a:bodyPr/>
        <a:lstStyle/>
        <a:p>
          <a:endParaRPr lang="hr-HR"/>
        </a:p>
      </dgm:t>
    </dgm:pt>
    <dgm:pt modelId="{E8EDA25A-EE5F-4EE1-AB52-DC158B813E5C}" type="sibTrans" cxnId="{71598A09-45B0-4846-B9F5-C4E788F1A00B}">
      <dgm:prSet/>
      <dgm:spPr/>
      <dgm:t>
        <a:bodyPr/>
        <a:lstStyle/>
        <a:p>
          <a:endParaRPr lang="hr-HR"/>
        </a:p>
      </dgm:t>
    </dgm:pt>
    <dgm:pt modelId="{C91B00EA-6AA9-4F0D-8162-2F723B6C2DC2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16.1.2026.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demonstracija alfa verzije aplikacije</a:t>
          </a:r>
        </a:p>
      </dgm:t>
    </dgm:pt>
    <dgm:pt modelId="{11F43A14-F6CC-41C6-94D8-2FB7228A19F0}" type="parTrans" cxnId="{40AC774F-BAFE-4C00-BE54-CCEC2E31E12F}">
      <dgm:prSet/>
      <dgm:spPr/>
      <dgm:t>
        <a:bodyPr/>
        <a:lstStyle/>
        <a:p>
          <a:endParaRPr lang="hr-HR"/>
        </a:p>
      </dgm:t>
    </dgm:pt>
    <dgm:pt modelId="{7BBD4949-AB9A-41AB-A349-6E844CC122AA}" type="sibTrans" cxnId="{40AC774F-BAFE-4C00-BE54-CCEC2E31E12F}">
      <dgm:prSet/>
      <dgm:spPr/>
      <dgm:t>
        <a:bodyPr/>
        <a:lstStyle/>
        <a:p>
          <a:endParaRPr lang="hr-HR"/>
        </a:p>
      </dgm:t>
    </dgm:pt>
    <dgm:pt modelId="{81E042EE-77A4-4927-A3E4-33CC8E023449}">
      <dgm:prSet phldrT="[Tekst]" phldr="0"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23.1.2026.</a:t>
          </a: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predaja projekta na </a:t>
          </a:r>
          <a:r>
            <a:rPr lang="hr-HR" sz="1600" dirty="0" err="1">
              <a:latin typeface="Arial" panose="020B0604020202020204" pitchFamily="34" charset="0"/>
              <a:cs typeface="Arial" panose="020B0604020202020204" pitchFamily="34" charset="0"/>
            </a:rPr>
            <a:t>GitHub</a:t>
          </a:r>
          <a:endParaRPr lang="hr-HR" sz="1600" dirty="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- izrađena prezentacija projekta</a:t>
          </a:r>
        </a:p>
      </dgm:t>
    </dgm:pt>
    <dgm:pt modelId="{9258BF77-91BE-4DC3-ABCE-099634183C29}" type="parTrans" cxnId="{3A5C8E06-E4F7-4DBA-BF0B-5B840D283475}">
      <dgm:prSet/>
      <dgm:spPr/>
      <dgm:t>
        <a:bodyPr/>
        <a:lstStyle/>
        <a:p>
          <a:endParaRPr lang="hr-HR"/>
        </a:p>
      </dgm:t>
    </dgm:pt>
    <dgm:pt modelId="{B6C44743-C105-473F-9548-616D390A6272}" type="sibTrans" cxnId="{3A5C8E06-E4F7-4DBA-BF0B-5B840D283475}">
      <dgm:prSet/>
      <dgm:spPr/>
      <dgm:t>
        <a:bodyPr/>
        <a:lstStyle/>
        <a:p>
          <a:endParaRPr lang="hr-HR"/>
        </a:p>
      </dgm:t>
    </dgm:pt>
    <dgm:pt modelId="{117D46F5-7DF4-4925-9EA4-6A2F36D667A8}">
      <dgm:prSet custT="1"/>
      <dgm:spPr/>
      <dgm:t>
        <a:bodyPr/>
        <a:lstStyle/>
        <a:p>
          <a:r>
            <a:rPr lang="hr-HR" sz="2000" dirty="0">
              <a:latin typeface="Arial" panose="020B0604020202020204" pitchFamily="34" charset="0"/>
              <a:cs typeface="Arial" panose="020B0604020202020204" pitchFamily="34" charset="0"/>
            </a:rPr>
            <a:t>10.10.2025.</a:t>
          </a:r>
        </a:p>
        <a:p>
          <a:r>
            <a:rPr lang="hr-HR" sz="1400" dirty="0">
              <a:latin typeface="Arial" panose="020B0604020202020204" pitchFamily="34" charset="0"/>
              <a:cs typeface="Arial" panose="020B0604020202020204" pitchFamily="34" charset="0"/>
            </a:rPr>
            <a:t>- opis projektnog zadatka</a:t>
          </a:r>
        </a:p>
        <a:p>
          <a:r>
            <a:rPr lang="hr-HR" sz="1400" dirty="0">
              <a:latin typeface="Arial" panose="020B0604020202020204" pitchFamily="34" charset="0"/>
              <a:cs typeface="Arial" panose="020B0604020202020204" pitchFamily="34" charset="0"/>
            </a:rPr>
            <a:t>-podjela zadataka po članovima</a:t>
          </a:r>
        </a:p>
        <a:p>
          <a:endParaRPr lang="hr-HR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D17100-402C-454E-978B-269AB1B2E998}" type="parTrans" cxnId="{4C61AE3E-3644-4D5D-BEBB-1996DC7C0CC0}">
      <dgm:prSet/>
      <dgm:spPr/>
      <dgm:t>
        <a:bodyPr/>
        <a:lstStyle/>
        <a:p>
          <a:endParaRPr lang="hr-HR"/>
        </a:p>
      </dgm:t>
    </dgm:pt>
    <dgm:pt modelId="{D11E4C85-EE68-48B0-B027-1764EDAFA8B8}" type="sibTrans" cxnId="{4C61AE3E-3644-4D5D-BEBB-1996DC7C0CC0}">
      <dgm:prSet/>
      <dgm:spPr/>
      <dgm:t>
        <a:bodyPr/>
        <a:lstStyle/>
        <a:p>
          <a:endParaRPr lang="hr-HR"/>
        </a:p>
      </dgm:t>
    </dgm:pt>
    <dgm:pt modelId="{17E728AB-1A11-43A0-943C-997CB36180BD}" type="pres">
      <dgm:prSet presAssocID="{91656125-5299-4471-B45C-F78E086A0FBA}" presName="Name0" presStyleCnt="0">
        <dgm:presLayoutVars>
          <dgm:dir/>
          <dgm:resizeHandles/>
        </dgm:presLayoutVars>
      </dgm:prSet>
      <dgm:spPr/>
    </dgm:pt>
    <dgm:pt modelId="{5A84FF2A-A04B-4B43-BF22-3356C047E934}" type="pres">
      <dgm:prSet presAssocID="{117D46F5-7DF4-4925-9EA4-6A2F36D667A8}" presName="compNode" presStyleCnt="0"/>
      <dgm:spPr/>
    </dgm:pt>
    <dgm:pt modelId="{6B08B46E-8747-4B78-9AD1-926A9B6503E8}" type="pres">
      <dgm:prSet presAssocID="{117D46F5-7DF4-4925-9EA4-6A2F36D667A8}" presName="dummyConnPt" presStyleCnt="0"/>
      <dgm:spPr/>
    </dgm:pt>
    <dgm:pt modelId="{DA1E5DEE-7D98-4767-96AD-D17250C4BB64}" type="pres">
      <dgm:prSet presAssocID="{117D46F5-7DF4-4925-9EA4-6A2F36D667A8}" presName="node" presStyleLbl="node1" presStyleIdx="0" presStyleCnt="8">
        <dgm:presLayoutVars>
          <dgm:bulletEnabled val="1"/>
        </dgm:presLayoutVars>
      </dgm:prSet>
      <dgm:spPr/>
    </dgm:pt>
    <dgm:pt modelId="{BDDDE7D8-0E75-46D9-826D-595FD7E997D9}" type="pres">
      <dgm:prSet presAssocID="{D11E4C85-EE68-48B0-B027-1764EDAFA8B8}" presName="sibTrans" presStyleLbl="bgSibTrans2D1" presStyleIdx="0" presStyleCnt="7"/>
      <dgm:spPr/>
    </dgm:pt>
    <dgm:pt modelId="{4797835F-7824-437D-A5E9-F2A167BB448E}" type="pres">
      <dgm:prSet presAssocID="{782AD0DD-822E-4598-B453-A2A6A2EB9EEA}" presName="compNode" presStyleCnt="0"/>
      <dgm:spPr/>
    </dgm:pt>
    <dgm:pt modelId="{B280F05B-2925-4900-BF06-595AE1C2B3B5}" type="pres">
      <dgm:prSet presAssocID="{782AD0DD-822E-4598-B453-A2A6A2EB9EEA}" presName="dummyConnPt" presStyleCnt="0"/>
      <dgm:spPr/>
    </dgm:pt>
    <dgm:pt modelId="{F26F41F0-78E2-4CC7-A5EC-6DE4867BBCB6}" type="pres">
      <dgm:prSet presAssocID="{782AD0DD-822E-4598-B453-A2A6A2EB9EEA}" presName="node" presStyleLbl="node1" presStyleIdx="1" presStyleCnt="8">
        <dgm:presLayoutVars>
          <dgm:bulletEnabled val="1"/>
        </dgm:presLayoutVars>
      </dgm:prSet>
      <dgm:spPr/>
    </dgm:pt>
    <dgm:pt modelId="{77495D34-4C34-4DB9-90DC-45B98FF8F360}" type="pres">
      <dgm:prSet presAssocID="{C0B6BD01-8CFE-41D5-AB2A-847DE9BB7605}" presName="sibTrans" presStyleLbl="bgSibTrans2D1" presStyleIdx="1" presStyleCnt="7"/>
      <dgm:spPr/>
    </dgm:pt>
    <dgm:pt modelId="{B536A8CF-66C0-4EE5-98A8-968A08C03D01}" type="pres">
      <dgm:prSet presAssocID="{BAD677E1-4558-4CB4-B702-4AD267E9BD82}" presName="compNode" presStyleCnt="0"/>
      <dgm:spPr/>
    </dgm:pt>
    <dgm:pt modelId="{055A1DF3-7307-4589-A696-B7E7166E6114}" type="pres">
      <dgm:prSet presAssocID="{BAD677E1-4558-4CB4-B702-4AD267E9BD82}" presName="dummyConnPt" presStyleCnt="0"/>
      <dgm:spPr/>
    </dgm:pt>
    <dgm:pt modelId="{A3DD584B-51F1-431D-9517-E39B3A078098}" type="pres">
      <dgm:prSet presAssocID="{BAD677E1-4558-4CB4-B702-4AD267E9BD82}" presName="node" presStyleLbl="node1" presStyleIdx="2" presStyleCnt="8">
        <dgm:presLayoutVars>
          <dgm:bulletEnabled val="1"/>
        </dgm:presLayoutVars>
      </dgm:prSet>
      <dgm:spPr/>
    </dgm:pt>
    <dgm:pt modelId="{D058F7CC-0636-475F-98F2-0176FB8B29E0}" type="pres">
      <dgm:prSet presAssocID="{E8386C9A-9BCA-414F-A59D-9C0B080F4D01}" presName="sibTrans" presStyleLbl="bgSibTrans2D1" presStyleIdx="2" presStyleCnt="7"/>
      <dgm:spPr/>
    </dgm:pt>
    <dgm:pt modelId="{C7E5EFAB-0825-415B-A610-2D1741717F6D}" type="pres">
      <dgm:prSet presAssocID="{09D02A13-23E7-4A0C-815E-4B146F495A81}" presName="compNode" presStyleCnt="0"/>
      <dgm:spPr/>
    </dgm:pt>
    <dgm:pt modelId="{1CCBEA7A-01CC-48D7-AC75-CAECEE5F159A}" type="pres">
      <dgm:prSet presAssocID="{09D02A13-23E7-4A0C-815E-4B146F495A81}" presName="dummyConnPt" presStyleCnt="0"/>
      <dgm:spPr/>
    </dgm:pt>
    <dgm:pt modelId="{93F9EA32-9945-474F-8CF7-4411171918E7}" type="pres">
      <dgm:prSet presAssocID="{09D02A13-23E7-4A0C-815E-4B146F495A81}" presName="node" presStyleLbl="node1" presStyleIdx="3" presStyleCnt="8">
        <dgm:presLayoutVars>
          <dgm:bulletEnabled val="1"/>
        </dgm:presLayoutVars>
      </dgm:prSet>
      <dgm:spPr/>
    </dgm:pt>
    <dgm:pt modelId="{A9491DFB-34B3-430A-9295-4920613D8358}" type="pres">
      <dgm:prSet presAssocID="{DDD73865-D032-47E7-AB9B-0E4C784C2121}" presName="sibTrans" presStyleLbl="bgSibTrans2D1" presStyleIdx="3" presStyleCnt="7"/>
      <dgm:spPr/>
    </dgm:pt>
    <dgm:pt modelId="{E1B84D50-35C0-45CA-9392-BAE366DA6817}" type="pres">
      <dgm:prSet presAssocID="{9C24A505-1B35-4A43-B15A-B3E3A3127B95}" presName="compNode" presStyleCnt="0"/>
      <dgm:spPr/>
    </dgm:pt>
    <dgm:pt modelId="{D64F39A1-48E8-4687-88E2-D8385F84FD54}" type="pres">
      <dgm:prSet presAssocID="{9C24A505-1B35-4A43-B15A-B3E3A3127B95}" presName="dummyConnPt" presStyleCnt="0"/>
      <dgm:spPr/>
    </dgm:pt>
    <dgm:pt modelId="{1E7AED84-B656-49BF-9B76-4645D769893E}" type="pres">
      <dgm:prSet presAssocID="{9C24A505-1B35-4A43-B15A-B3E3A3127B95}" presName="node" presStyleLbl="node1" presStyleIdx="4" presStyleCnt="8">
        <dgm:presLayoutVars>
          <dgm:bulletEnabled val="1"/>
        </dgm:presLayoutVars>
      </dgm:prSet>
      <dgm:spPr/>
    </dgm:pt>
    <dgm:pt modelId="{771C04A9-DD15-4E8C-AFF4-9B841A106DA5}" type="pres">
      <dgm:prSet presAssocID="{E3238949-F5A8-4D6F-A561-1ABA68335523}" presName="sibTrans" presStyleLbl="bgSibTrans2D1" presStyleIdx="4" presStyleCnt="7"/>
      <dgm:spPr/>
    </dgm:pt>
    <dgm:pt modelId="{A58938C9-2C74-4906-A83A-B3AFB2F49B01}" type="pres">
      <dgm:prSet presAssocID="{C08EDB73-4425-4EBA-8A67-2E04787EA28D}" presName="compNode" presStyleCnt="0"/>
      <dgm:spPr/>
    </dgm:pt>
    <dgm:pt modelId="{D7A90AA6-AF67-4E94-AD3D-0632D73C0E46}" type="pres">
      <dgm:prSet presAssocID="{C08EDB73-4425-4EBA-8A67-2E04787EA28D}" presName="dummyConnPt" presStyleCnt="0"/>
      <dgm:spPr/>
    </dgm:pt>
    <dgm:pt modelId="{EFEE2E18-8E41-4074-AD25-CCF9A0FF73C4}" type="pres">
      <dgm:prSet presAssocID="{C08EDB73-4425-4EBA-8A67-2E04787EA28D}" presName="node" presStyleLbl="node1" presStyleIdx="5" presStyleCnt="8">
        <dgm:presLayoutVars>
          <dgm:bulletEnabled val="1"/>
        </dgm:presLayoutVars>
      </dgm:prSet>
      <dgm:spPr/>
    </dgm:pt>
    <dgm:pt modelId="{BD9E46A8-EA38-41B6-9E3F-022E6C484EAD}" type="pres">
      <dgm:prSet presAssocID="{E8EDA25A-EE5F-4EE1-AB52-DC158B813E5C}" presName="sibTrans" presStyleLbl="bgSibTrans2D1" presStyleIdx="5" presStyleCnt="7"/>
      <dgm:spPr/>
    </dgm:pt>
    <dgm:pt modelId="{5F512605-4F25-4E18-92B5-17FFDDA57A9D}" type="pres">
      <dgm:prSet presAssocID="{C91B00EA-6AA9-4F0D-8162-2F723B6C2DC2}" presName="compNode" presStyleCnt="0"/>
      <dgm:spPr/>
    </dgm:pt>
    <dgm:pt modelId="{06DA03EC-CF9A-4FD2-94B2-F8146BF2DB8B}" type="pres">
      <dgm:prSet presAssocID="{C91B00EA-6AA9-4F0D-8162-2F723B6C2DC2}" presName="dummyConnPt" presStyleCnt="0"/>
      <dgm:spPr/>
    </dgm:pt>
    <dgm:pt modelId="{BAC398A8-13E5-49D5-BBA7-EF5C500AE1CC}" type="pres">
      <dgm:prSet presAssocID="{C91B00EA-6AA9-4F0D-8162-2F723B6C2DC2}" presName="node" presStyleLbl="node1" presStyleIdx="6" presStyleCnt="8">
        <dgm:presLayoutVars>
          <dgm:bulletEnabled val="1"/>
        </dgm:presLayoutVars>
      </dgm:prSet>
      <dgm:spPr/>
    </dgm:pt>
    <dgm:pt modelId="{E24DD431-6273-4102-852F-2A03DF160BDC}" type="pres">
      <dgm:prSet presAssocID="{7BBD4949-AB9A-41AB-A349-6E844CC122AA}" presName="sibTrans" presStyleLbl="bgSibTrans2D1" presStyleIdx="6" presStyleCnt="7"/>
      <dgm:spPr/>
    </dgm:pt>
    <dgm:pt modelId="{5EB9D52A-6F1D-4A2F-8E32-3B021466F305}" type="pres">
      <dgm:prSet presAssocID="{81E042EE-77A4-4927-A3E4-33CC8E023449}" presName="compNode" presStyleCnt="0"/>
      <dgm:spPr/>
    </dgm:pt>
    <dgm:pt modelId="{E0FBC6FB-866C-4500-A7B6-D6A940DE3044}" type="pres">
      <dgm:prSet presAssocID="{81E042EE-77A4-4927-A3E4-33CC8E023449}" presName="dummyConnPt" presStyleCnt="0"/>
      <dgm:spPr/>
    </dgm:pt>
    <dgm:pt modelId="{91FD2043-3407-4A7A-A613-686B8A639980}" type="pres">
      <dgm:prSet presAssocID="{81E042EE-77A4-4927-A3E4-33CC8E023449}" presName="node" presStyleLbl="node1" presStyleIdx="7" presStyleCnt="8">
        <dgm:presLayoutVars>
          <dgm:bulletEnabled val="1"/>
        </dgm:presLayoutVars>
      </dgm:prSet>
      <dgm:spPr/>
    </dgm:pt>
  </dgm:ptLst>
  <dgm:cxnLst>
    <dgm:cxn modelId="{3A5C8E06-E4F7-4DBA-BF0B-5B840D283475}" srcId="{91656125-5299-4471-B45C-F78E086A0FBA}" destId="{81E042EE-77A4-4927-A3E4-33CC8E023449}" srcOrd="7" destOrd="0" parTransId="{9258BF77-91BE-4DC3-ABCE-099634183C29}" sibTransId="{B6C44743-C105-473F-9548-616D390A6272}"/>
    <dgm:cxn modelId="{71598A09-45B0-4846-B9F5-C4E788F1A00B}" srcId="{91656125-5299-4471-B45C-F78E086A0FBA}" destId="{C08EDB73-4425-4EBA-8A67-2E04787EA28D}" srcOrd="5" destOrd="0" parTransId="{DAAC13F0-5B66-46D7-BE59-8722BB3F44B6}" sibTransId="{E8EDA25A-EE5F-4EE1-AB52-DC158B813E5C}"/>
    <dgm:cxn modelId="{218E5B0F-980D-40A7-B166-848B17CA4DC7}" type="presOf" srcId="{09D02A13-23E7-4A0C-815E-4B146F495A81}" destId="{93F9EA32-9945-474F-8CF7-4411171918E7}" srcOrd="0" destOrd="0" presId="urn:microsoft.com/office/officeart/2005/8/layout/bProcess4"/>
    <dgm:cxn modelId="{9F84E515-C571-4251-9518-834A4CD621AC}" type="presOf" srcId="{91656125-5299-4471-B45C-F78E086A0FBA}" destId="{17E728AB-1A11-43A0-943C-997CB36180BD}" srcOrd="0" destOrd="0" presId="urn:microsoft.com/office/officeart/2005/8/layout/bProcess4"/>
    <dgm:cxn modelId="{B884EC15-345E-4076-8CF5-958130BBC612}" type="presOf" srcId="{117D46F5-7DF4-4925-9EA4-6A2F36D667A8}" destId="{DA1E5DEE-7D98-4767-96AD-D17250C4BB64}" srcOrd="0" destOrd="0" presId="urn:microsoft.com/office/officeart/2005/8/layout/bProcess4"/>
    <dgm:cxn modelId="{F9A3B120-EBB2-46DA-9606-4330CD9D1642}" type="presOf" srcId="{C0B6BD01-8CFE-41D5-AB2A-847DE9BB7605}" destId="{77495D34-4C34-4DB9-90DC-45B98FF8F360}" srcOrd="0" destOrd="0" presId="urn:microsoft.com/office/officeart/2005/8/layout/bProcess4"/>
    <dgm:cxn modelId="{32440527-4C93-41AF-97B5-D9D93554F7CC}" type="presOf" srcId="{E8EDA25A-EE5F-4EE1-AB52-DC158B813E5C}" destId="{BD9E46A8-EA38-41B6-9E3F-022E6C484EAD}" srcOrd="0" destOrd="0" presId="urn:microsoft.com/office/officeart/2005/8/layout/bProcess4"/>
    <dgm:cxn modelId="{49418230-BACF-4B57-BAB9-560E3D1B019B}" type="presOf" srcId="{D11E4C85-EE68-48B0-B027-1764EDAFA8B8}" destId="{BDDDE7D8-0E75-46D9-826D-595FD7E997D9}" srcOrd="0" destOrd="0" presId="urn:microsoft.com/office/officeart/2005/8/layout/bProcess4"/>
    <dgm:cxn modelId="{4C61AE3E-3644-4D5D-BEBB-1996DC7C0CC0}" srcId="{91656125-5299-4471-B45C-F78E086A0FBA}" destId="{117D46F5-7DF4-4925-9EA4-6A2F36D667A8}" srcOrd="0" destOrd="0" parTransId="{C5D17100-402C-454E-978B-269AB1B2E998}" sibTransId="{D11E4C85-EE68-48B0-B027-1764EDAFA8B8}"/>
    <dgm:cxn modelId="{30B2EB3F-BBE7-4641-B633-98B5A18A323C}" type="presOf" srcId="{C91B00EA-6AA9-4F0D-8162-2F723B6C2DC2}" destId="{BAC398A8-13E5-49D5-BBA7-EF5C500AE1CC}" srcOrd="0" destOrd="0" presId="urn:microsoft.com/office/officeart/2005/8/layout/bProcess4"/>
    <dgm:cxn modelId="{B772106C-9CA5-4F08-8C86-77C8E079873E}" type="presOf" srcId="{E3238949-F5A8-4D6F-A561-1ABA68335523}" destId="{771C04A9-DD15-4E8C-AFF4-9B841A106DA5}" srcOrd="0" destOrd="0" presId="urn:microsoft.com/office/officeart/2005/8/layout/bProcess4"/>
    <dgm:cxn modelId="{C4CC3F4C-DB13-4209-BD5C-79A761561E58}" type="presOf" srcId="{9C24A505-1B35-4A43-B15A-B3E3A3127B95}" destId="{1E7AED84-B656-49BF-9B76-4645D769893E}" srcOrd="0" destOrd="0" presId="urn:microsoft.com/office/officeart/2005/8/layout/bProcess4"/>
    <dgm:cxn modelId="{40AC774F-BAFE-4C00-BE54-CCEC2E31E12F}" srcId="{91656125-5299-4471-B45C-F78E086A0FBA}" destId="{C91B00EA-6AA9-4F0D-8162-2F723B6C2DC2}" srcOrd="6" destOrd="0" parTransId="{11F43A14-F6CC-41C6-94D8-2FB7228A19F0}" sibTransId="{7BBD4949-AB9A-41AB-A349-6E844CC122AA}"/>
    <dgm:cxn modelId="{182A1373-2A1F-4ED1-AFE5-6AA74D94B090}" srcId="{91656125-5299-4471-B45C-F78E086A0FBA}" destId="{BAD677E1-4558-4CB4-B702-4AD267E9BD82}" srcOrd="2" destOrd="0" parTransId="{17240F9D-5BC9-4B27-8B00-FC330A719852}" sibTransId="{E8386C9A-9BCA-414F-A59D-9C0B080F4D01}"/>
    <dgm:cxn modelId="{FD20EB74-30AB-4A23-A116-6E7B767EDB82}" type="presOf" srcId="{7BBD4949-AB9A-41AB-A349-6E844CC122AA}" destId="{E24DD431-6273-4102-852F-2A03DF160BDC}" srcOrd="0" destOrd="0" presId="urn:microsoft.com/office/officeart/2005/8/layout/bProcess4"/>
    <dgm:cxn modelId="{05267575-E395-4804-962C-EE797422A1EB}" type="presOf" srcId="{81E042EE-77A4-4927-A3E4-33CC8E023449}" destId="{91FD2043-3407-4A7A-A613-686B8A639980}" srcOrd="0" destOrd="0" presId="urn:microsoft.com/office/officeart/2005/8/layout/bProcess4"/>
    <dgm:cxn modelId="{4552047B-5E3F-4F3F-9F3A-64E204AB6556}" type="presOf" srcId="{E8386C9A-9BCA-414F-A59D-9C0B080F4D01}" destId="{D058F7CC-0636-475F-98F2-0176FB8B29E0}" srcOrd="0" destOrd="0" presId="urn:microsoft.com/office/officeart/2005/8/layout/bProcess4"/>
    <dgm:cxn modelId="{A0CAF095-5175-48D5-AC70-164801F9958A}" srcId="{91656125-5299-4471-B45C-F78E086A0FBA}" destId="{9C24A505-1B35-4A43-B15A-B3E3A3127B95}" srcOrd="4" destOrd="0" parTransId="{2229178E-AC09-4D9F-9F1B-00653CAD4645}" sibTransId="{E3238949-F5A8-4D6F-A561-1ABA68335523}"/>
    <dgm:cxn modelId="{488ECDAE-9CB1-41DC-B4E0-79848EEFE965}" type="presOf" srcId="{BAD677E1-4558-4CB4-B702-4AD267E9BD82}" destId="{A3DD584B-51F1-431D-9517-E39B3A078098}" srcOrd="0" destOrd="0" presId="urn:microsoft.com/office/officeart/2005/8/layout/bProcess4"/>
    <dgm:cxn modelId="{64D676C9-429E-4B79-9F0B-B6134BD2F060}" type="presOf" srcId="{DDD73865-D032-47E7-AB9B-0E4C784C2121}" destId="{A9491DFB-34B3-430A-9295-4920613D8358}" srcOrd="0" destOrd="0" presId="urn:microsoft.com/office/officeart/2005/8/layout/bProcess4"/>
    <dgm:cxn modelId="{3E0DF8CC-63D8-41BC-89D5-976F5F618E67}" srcId="{91656125-5299-4471-B45C-F78E086A0FBA}" destId="{782AD0DD-822E-4598-B453-A2A6A2EB9EEA}" srcOrd="1" destOrd="0" parTransId="{79745F1E-9504-4A96-95FC-007F025AA2E4}" sibTransId="{C0B6BD01-8CFE-41D5-AB2A-847DE9BB7605}"/>
    <dgm:cxn modelId="{0A6D2AD3-57E5-4865-9C7D-980DD3B60915}" type="presOf" srcId="{C08EDB73-4425-4EBA-8A67-2E04787EA28D}" destId="{EFEE2E18-8E41-4074-AD25-CCF9A0FF73C4}" srcOrd="0" destOrd="0" presId="urn:microsoft.com/office/officeart/2005/8/layout/bProcess4"/>
    <dgm:cxn modelId="{F788F9F0-6B77-4BEC-A305-446AF11BE300}" srcId="{91656125-5299-4471-B45C-F78E086A0FBA}" destId="{09D02A13-23E7-4A0C-815E-4B146F495A81}" srcOrd="3" destOrd="0" parTransId="{069DA05C-0353-41BC-B3BB-3D583F93AD78}" sibTransId="{DDD73865-D032-47E7-AB9B-0E4C784C2121}"/>
    <dgm:cxn modelId="{D8A813FB-6624-4522-A128-5B7983AB8A08}" type="presOf" srcId="{782AD0DD-822E-4598-B453-A2A6A2EB9EEA}" destId="{F26F41F0-78E2-4CC7-A5EC-6DE4867BBCB6}" srcOrd="0" destOrd="0" presId="urn:microsoft.com/office/officeart/2005/8/layout/bProcess4"/>
    <dgm:cxn modelId="{12876A22-24BD-490D-B9D3-658FD4DC23EF}" type="presParOf" srcId="{17E728AB-1A11-43A0-943C-997CB36180BD}" destId="{5A84FF2A-A04B-4B43-BF22-3356C047E934}" srcOrd="0" destOrd="0" presId="urn:microsoft.com/office/officeart/2005/8/layout/bProcess4"/>
    <dgm:cxn modelId="{BDE56693-1A01-422B-BE31-E7D1FD54AC29}" type="presParOf" srcId="{5A84FF2A-A04B-4B43-BF22-3356C047E934}" destId="{6B08B46E-8747-4B78-9AD1-926A9B6503E8}" srcOrd="0" destOrd="0" presId="urn:microsoft.com/office/officeart/2005/8/layout/bProcess4"/>
    <dgm:cxn modelId="{1FBBEFEA-3B7C-4960-82CD-ED4EE133126A}" type="presParOf" srcId="{5A84FF2A-A04B-4B43-BF22-3356C047E934}" destId="{DA1E5DEE-7D98-4767-96AD-D17250C4BB64}" srcOrd="1" destOrd="0" presId="urn:microsoft.com/office/officeart/2005/8/layout/bProcess4"/>
    <dgm:cxn modelId="{F2CCC06A-2AA4-4ADE-B2BE-5298D99412CC}" type="presParOf" srcId="{17E728AB-1A11-43A0-943C-997CB36180BD}" destId="{BDDDE7D8-0E75-46D9-826D-595FD7E997D9}" srcOrd="1" destOrd="0" presId="urn:microsoft.com/office/officeart/2005/8/layout/bProcess4"/>
    <dgm:cxn modelId="{235EC4CF-43A4-49B7-9111-EC38BAA6E75C}" type="presParOf" srcId="{17E728AB-1A11-43A0-943C-997CB36180BD}" destId="{4797835F-7824-437D-A5E9-F2A167BB448E}" srcOrd="2" destOrd="0" presId="urn:microsoft.com/office/officeart/2005/8/layout/bProcess4"/>
    <dgm:cxn modelId="{A34B3C04-BAB3-4CF1-80AD-F92895567F25}" type="presParOf" srcId="{4797835F-7824-437D-A5E9-F2A167BB448E}" destId="{B280F05B-2925-4900-BF06-595AE1C2B3B5}" srcOrd="0" destOrd="0" presId="urn:microsoft.com/office/officeart/2005/8/layout/bProcess4"/>
    <dgm:cxn modelId="{21007BFD-AAD8-4C94-B28F-6EAD3DBAAAC6}" type="presParOf" srcId="{4797835F-7824-437D-A5E9-F2A167BB448E}" destId="{F26F41F0-78E2-4CC7-A5EC-6DE4867BBCB6}" srcOrd="1" destOrd="0" presId="urn:microsoft.com/office/officeart/2005/8/layout/bProcess4"/>
    <dgm:cxn modelId="{64570D5F-6F34-45B2-84B6-CF6B03719E5E}" type="presParOf" srcId="{17E728AB-1A11-43A0-943C-997CB36180BD}" destId="{77495D34-4C34-4DB9-90DC-45B98FF8F360}" srcOrd="3" destOrd="0" presId="urn:microsoft.com/office/officeart/2005/8/layout/bProcess4"/>
    <dgm:cxn modelId="{1E58483D-5CD3-403A-89E0-578516A2E485}" type="presParOf" srcId="{17E728AB-1A11-43A0-943C-997CB36180BD}" destId="{B536A8CF-66C0-4EE5-98A8-968A08C03D01}" srcOrd="4" destOrd="0" presId="urn:microsoft.com/office/officeart/2005/8/layout/bProcess4"/>
    <dgm:cxn modelId="{CAA6CCF6-A2F3-4392-83BB-FB673BE03241}" type="presParOf" srcId="{B536A8CF-66C0-4EE5-98A8-968A08C03D01}" destId="{055A1DF3-7307-4589-A696-B7E7166E6114}" srcOrd="0" destOrd="0" presId="urn:microsoft.com/office/officeart/2005/8/layout/bProcess4"/>
    <dgm:cxn modelId="{9E6EA7B7-1612-47B7-8A7A-2960E5F1E648}" type="presParOf" srcId="{B536A8CF-66C0-4EE5-98A8-968A08C03D01}" destId="{A3DD584B-51F1-431D-9517-E39B3A078098}" srcOrd="1" destOrd="0" presId="urn:microsoft.com/office/officeart/2005/8/layout/bProcess4"/>
    <dgm:cxn modelId="{E1325EA7-AB09-481D-9AC8-1EE8F340EEC5}" type="presParOf" srcId="{17E728AB-1A11-43A0-943C-997CB36180BD}" destId="{D058F7CC-0636-475F-98F2-0176FB8B29E0}" srcOrd="5" destOrd="0" presId="urn:microsoft.com/office/officeart/2005/8/layout/bProcess4"/>
    <dgm:cxn modelId="{1E902426-7FB2-446F-AD98-22E7D06B96A9}" type="presParOf" srcId="{17E728AB-1A11-43A0-943C-997CB36180BD}" destId="{C7E5EFAB-0825-415B-A610-2D1741717F6D}" srcOrd="6" destOrd="0" presId="urn:microsoft.com/office/officeart/2005/8/layout/bProcess4"/>
    <dgm:cxn modelId="{DFFA3940-7437-4386-9EAA-60F9032EDF5E}" type="presParOf" srcId="{C7E5EFAB-0825-415B-A610-2D1741717F6D}" destId="{1CCBEA7A-01CC-48D7-AC75-CAECEE5F159A}" srcOrd="0" destOrd="0" presId="urn:microsoft.com/office/officeart/2005/8/layout/bProcess4"/>
    <dgm:cxn modelId="{48D067F7-B0DF-4FE5-9389-4422515756CC}" type="presParOf" srcId="{C7E5EFAB-0825-415B-A610-2D1741717F6D}" destId="{93F9EA32-9945-474F-8CF7-4411171918E7}" srcOrd="1" destOrd="0" presId="urn:microsoft.com/office/officeart/2005/8/layout/bProcess4"/>
    <dgm:cxn modelId="{C6F05CEE-53D8-4E62-BF91-ADC1686503D8}" type="presParOf" srcId="{17E728AB-1A11-43A0-943C-997CB36180BD}" destId="{A9491DFB-34B3-430A-9295-4920613D8358}" srcOrd="7" destOrd="0" presId="urn:microsoft.com/office/officeart/2005/8/layout/bProcess4"/>
    <dgm:cxn modelId="{5452AFB1-C21D-4192-BD03-CF864DED5481}" type="presParOf" srcId="{17E728AB-1A11-43A0-943C-997CB36180BD}" destId="{E1B84D50-35C0-45CA-9392-BAE366DA6817}" srcOrd="8" destOrd="0" presId="urn:microsoft.com/office/officeart/2005/8/layout/bProcess4"/>
    <dgm:cxn modelId="{58FE4569-4277-4CB3-BB0B-4FE0D14F7906}" type="presParOf" srcId="{E1B84D50-35C0-45CA-9392-BAE366DA6817}" destId="{D64F39A1-48E8-4687-88E2-D8385F84FD54}" srcOrd="0" destOrd="0" presId="urn:microsoft.com/office/officeart/2005/8/layout/bProcess4"/>
    <dgm:cxn modelId="{319985AB-D58B-4D2B-83CF-DA5FED1C881A}" type="presParOf" srcId="{E1B84D50-35C0-45CA-9392-BAE366DA6817}" destId="{1E7AED84-B656-49BF-9B76-4645D769893E}" srcOrd="1" destOrd="0" presId="urn:microsoft.com/office/officeart/2005/8/layout/bProcess4"/>
    <dgm:cxn modelId="{F3ABC5DC-1364-44BA-9CAC-9FCC9201E7CA}" type="presParOf" srcId="{17E728AB-1A11-43A0-943C-997CB36180BD}" destId="{771C04A9-DD15-4E8C-AFF4-9B841A106DA5}" srcOrd="9" destOrd="0" presId="urn:microsoft.com/office/officeart/2005/8/layout/bProcess4"/>
    <dgm:cxn modelId="{75DCBFCD-906F-429D-967F-D4ADD01D2380}" type="presParOf" srcId="{17E728AB-1A11-43A0-943C-997CB36180BD}" destId="{A58938C9-2C74-4906-A83A-B3AFB2F49B01}" srcOrd="10" destOrd="0" presId="urn:microsoft.com/office/officeart/2005/8/layout/bProcess4"/>
    <dgm:cxn modelId="{B5B10247-E7EB-40A8-BD31-FA9B37B39069}" type="presParOf" srcId="{A58938C9-2C74-4906-A83A-B3AFB2F49B01}" destId="{D7A90AA6-AF67-4E94-AD3D-0632D73C0E46}" srcOrd="0" destOrd="0" presId="urn:microsoft.com/office/officeart/2005/8/layout/bProcess4"/>
    <dgm:cxn modelId="{C02D2B0F-55A1-4BBE-A5C2-F987FE9B7E01}" type="presParOf" srcId="{A58938C9-2C74-4906-A83A-B3AFB2F49B01}" destId="{EFEE2E18-8E41-4074-AD25-CCF9A0FF73C4}" srcOrd="1" destOrd="0" presId="urn:microsoft.com/office/officeart/2005/8/layout/bProcess4"/>
    <dgm:cxn modelId="{238CC871-97DF-4475-A60B-3B3A0B1B104B}" type="presParOf" srcId="{17E728AB-1A11-43A0-943C-997CB36180BD}" destId="{BD9E46A8-EA38-41B6-9E3F-022E6C484EAD}" srcOrd="11" destOrd="0" presId="urn:microsoft.com/office/officeart/2005/8/layout/bProcess4"/>
    <dgm:cxn modelId="{7EB9096E-AB57-492C-9524-D9DD4D4F5BEE}" type="presParOf" srcId="{17E728AB-1A11-43A0-943C-997CB36180BD}" destId="{5F512605-4F25-4E18-92B5-17FFDDA57A9D}" srcOrd="12" destOrd="0" presId="urn:microsoft.com/office/officeart/2005/8/layout/bProcess4"/>
    <dgm:cxn modelId="{053EC2EA-9604-4388-832D-4C56B29B108E}" type="presParOf" srcId="{5F512605-4F25-4E18-92B5-17FFDDA57A9D}" destId="{06DA03EC-CF9A-4FD2-94B2-F8146BF2DB8B}" srcOrd="0" destOrd="0" presId="urn:microsoft.com/office/officeart/2005/8/layout/bProcess4"/>
    <dgm:cxn modelId="{FE1CA2D6-65CC-4BB5-BD3A-2C95EC203616}" type="presParOf" srcId="{5F512605-4F25-4E18-92B5-17FFDDA57A9D}" destId="{BAC398A8-13E5-49D5-BBA7-EF5C500AE1CC}" srcOrd="1" destOrd="0" presId="urn:microsoft.com/office/officeart/2005/8/layout/bProcess4"/>
    <dgm:cxn modelId="{91E4AA66-F2F4-4250-9DB1-E4BB0990ACCA}" type="presParOf" srcId="{17E728AB-1A11-43A0-943C-997CB36180BD}" destId="{E24DD431-6273-4102-852F-2A03DF160BDC}" srcOrd="13" destOrd="0" presId="urn:microsoft.com/office/officeart/2005/8/layout/bProcess4"/>
    <dgm:cxn modelId="{7FE1A92D-56BB-4704-AE2B-929415B0FA45}" type="presParOf" srcId="{17E728AB-1A11-43A0-943C-997CB36180BD}" destId="{5EB9D52A-6F1D-4A2F-8E32-3B021466F305}" srcOrd="14" destOrd="0" presId="urn:microsoft.com/office/officeart/2005/8/layout/bProcess4"/>
    <dgm:cxn modelId="{E62E7499-D3CF-4E49-9AB8-8000A8D0FC1D}" type="presParOf" srcId="{5EB9D52A-6F1D-4A2F-8E32-3B021466F305}" destId="{E0FBC6FB-866C-4500-A7B6-D6A940DE3044}" srcOrd="0" destOrd="0" presId="urn:microsoft.com/office/officeart/2005/8/layout/bProcess4"/>
    <dgm:cxn modelId="{9D2EA519-F972-47FC-AE2B-8888EBFED23B}" type="presParOf" srcId="{5EB9D52A-6F1D-4A2F-8E32-3B021466F305}" destId="{91FD2043-3407-4A7A-A613-686B8A63998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DE7D8-0E75-46D9-826D-595FD7E997D9}">
      <dsp:nvSpPr>
        <dsp:cNvPr id="0" name=""/>
        <dsp:cNvSpPr/>
      </dsp:nvSpPr>
      <dsp:spPr>
        <a:xfrm rot="5400000">
          <a:off x="-390836" y="1158080"/>
          <a:ext cx="172557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E5DEE-7D98-4767-96AD-D17250C4BB64}">
      <dsp:nvSpPr>
        <dsp:cNvPr id="0" name=""/>
        <dsp:cNvSpPr/>
      </dsp:nvSpPr>
      <dsp:spPr>
        <a:xfrm>
          <a:off x="4263" y="54083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10.10.2025.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400" kern="1200" dirty="0">
              <a:latin typeface="Arial" panose="020B0604020202020204" pitchFamily="34" charset="0"/>
              <a:cs typeface="Arial" panose="020B0604020202020204" pitchFamily="34" charset="0"/>
            </a:rPr>
            <a:t>- opis projektnog zadatka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400" kern="1200" dirty="0">
              <a:latin typeface="Arial" panose="020B0604020202020204" pitchFamily="34" charset="0"/>
              <a:cs typeface="Arial" panose="020B0604020202020204" pitchFamily="34" charset="0"/>
            </a:rPr>
            <a:t>-podjela zadataka po članovima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25" y="94745"/>
        <a:ext cx="2232538" cy="1306993"/>
      </dsp:txXfrm>
    </dsp:sp>
    <dsp:sp modelId="{77495D34-4C34-4DB9-90DC-45B98FF8F360}">
      <dsp:nvSpPr>
        <dsp:cNvPr id="0" name=""/>
        <dsp:cNvSpPr/>
      </dsp:nvSpPr>
      <dsp:spPr>
        <a:xfrm rot="5400000">
          <a:off x="-390836" y="2893477"/>
          <a:ext cx="172557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F41F0-78E2-4CC7-A5EC-6DE4867BBCB6}">
      <dsp:nvSpPr>
        <dsp:cNvPr id="0" name=""/>
        <dsp:cNvSpPr/>
      </dsp:nvSpPr>
      <dsp:spPr>
        <a:xfrm>
          <a:off x="4263" y="1789479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12.10.2025.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predložak dokumentacije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r</a:t>
          </a:r>
          <a:r>
            <a:rPr lang="hr-HR" sz="1600" b="0" i="0" kern="1200" dirty="0">
              <a:latin typeface="Arial" panose="020B0604020202020204" pitchFamily="34" charset="0"/>
              <a:cs typeface="Arial" panose="020B0604020202020204" pitchFamily="34" charset="0"/>
            </a:rPr>
            <a:t>azrada specifikacije programske potpore</a:t>
          </a:r>
          <a:endParaRPr lang="hr-HR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25" y="1830141"/>
        <a:ext cx="2232538" cy="1306993"/>
      </dsp:txXfrm>
    </dsp:sp>
    <dsp:sp modelId="{D058F7CC-0636-475F-98F2-0176FB8B29E0}">
      <dsp:nvSpPr>
        <dsp:cNvPr id="0" name=""/>
        <dsp:cNvSpPr/>
      </dsp:nvSpPr>
      <dsp:spPr>
        <a:xfrm>
          <a:off x="476862" y="3761175"/>
          <a:ext cx="306761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D584B-51F1-431D-9517-E39B3A078098}">
      <dsp:nvSpPr>
        <dsp:cNvPr id="0" name=""/>
        <dsp:cNvSpPr/>
      </dsp:nvSpPr>
      <dsp:spPr>
        <a:xfrm>
          <a:off x="4263" y="3524876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18.10.2025.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4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hr-HR" sz="1400" b="0" i="0" kern="1200" dirty="0">
              <a:latin typeface="Arial" panose="020B0604020202020204" pitchFamily="34" charset="0"/>
              <a:cs typeface="Arial" panose="020B0604020202020204" pitchFamily="34" charset="0"/>
            </a:rPr>
            <a:t>modeliranje i dokumentiranje funkcionalnih i nefunkcionalnih zahtjeva</a:t>
          </a:r>
          <a:endParaRPr lang="hr-HR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25" y="3565538"/>
        <a:ext cx="2232538" cy="1306993"/>
      </dsp:txXfrm>
    </dsp:sp>
    <dsp:sp modelId="{A9491DFB-34B3-430A-9295-4920613D8358}">
      <dsp:nvSpPr>
        <dsp:cNvPr id="0" name=""/>
        <dsp:cNvSpPr/>
      </dsp:nvSpPr>
      <dsp:spPr>
        <a:xfrm rot="16200000">
          <a:off x="2686600" y="2893477"/>
          <a:ext cx="172557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9EA32-9945-474F-8CF7-4411171918E7}">
      <dsp:nvSpPr>
        <dsp:cNvPr id="0" name=""/>
        <dsp:cNvSpPr/>
      </dsp:nvSpPr>
      <dsp:spPr>
        <a:xfrm>
          <a:off x="3081699" y="3524876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20.10.2025.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opis baze podataka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obrasci uporabe</a:t>
          </a:r>
        </a:p>
      </dsp:txBody>
      <dsp:txXfrm>
        <a:off x="3122361" y="3565538"/>
        <a:ext cx="2232538" cy="1306993"/>
      </dsp:txXfrm>
    </dsp:sp>
    <dsp:sp modelId="{771C04A9-DD15-4E8C-AFF4-9B841A106DA5}">
      <dsp:nvSpPr>
        <dsp:cNvPr id="0" name=""/>
        <dsp:cNvSpPr/>
      </dsp:nvSpPr>
      <dsp:spPr>
        <a:xfrm rot="16200000">
          <a:off x="2686600" y="1158080"/>
          <a:ext cx="172557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AED84-B656-49BF-9B76-4645D769893E}">
      <dsp:nvSpPr>
        <dsp:cNvPr id="0" name=""/>
        <dsp:cNvSpPr/>
      </dsp:nvSpPr>
      <dsp:spPr>
        <a:xfrm>
          <a:off x="3081699" y="1789479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1.11.2025.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400" kern="1200" dirty="0">
              <a:latin typeface="Arial" panose="020B0604020202020204" pitchFamily="34" charset="0"/>
              <a:cs typeface="Arial" panose="020B0604020202020204" pitchFamily="34" charset="0"/>
            </a:rPr>
            <a:t>- dijagrami obrazaca uporabe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400" kern="1200" dirty="0">
              <a:latin typeface="Arial" panose="020B0604020202020204" pitchFamily="34" charset="0"/>
              <a:cs typeface="Arial" panose="020B0604020202020204" pitchFamily="34" charset="0"/>
            </a:rPr>
            <a:t>- sekvencijski dijagrami i dijagrami razreda</a:t>
          </a:r>
        </a:p>
      </dsp:txBody>
      <dsp:txXfrm>
        <a:off x="3122361" y="1830141"/>
        <a:ext cx="2232538" cy="1306993"/>
      </dsp:txXfrm>
    </dsp:sp>
    <dsp:sp modelId="{BD9E46A8-EA38-41B6-9E3F-022E6C484EAD}">
      <dsp:nvSpPr>
        <dsp:cNvPr id="0" name=""/>
        <dsp:cNvSpPr/>
      </dsp:nvSpPr>
      <dsp:spPr>
        <a:xfrm>
          <a:off x="3554298" y="290382"/>
          <a:ext cx="306761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E2E18-8E41-4074-AD25-CCF9A0FF73C4}">
      <dsp:nvSpPr>
        <dsp:cNvPr id="0" name=""/>
        <dsp:cNvSpPr/>
      </dsp:nvSpPr>
      <dsp:spPr>
        <a:xfrm>
          <a:off x="3081699" y="54083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14.11.2025.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predaja prve verzije projekta na </a:t>
          </a:r>
          <a:r>
            <a:rPr lang="hr-HR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GitHub</a:t>
          </a:r>
          <a:endParaRPr lang="hr-HR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22361" y="94745"/>
        <a:ext cx="2232538" cy="1306993"/>
      </dsp:txXfrm>
    </dsp:sp>
    <dsp:sp modelId="{E24DD431-6273-4102-852F-2A03DF160BDC}">
      <dsp:nvSpPr>
        <dsp:cNvPr id="0" name=""/>
        <dsp:cNvSpPr/>
      </dsp:nvSpPr>
      <dsp:spPr>
        <a:xfrm rot="5400000">
          <a:off x="5764036" y="1158080"/>
          <a:ext cx="1725570" cy="2082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398A8-13E5-49D5-BBA7-EF5C500AE1CC}">
      <dsp:nvSpPr>
        <dsp:cNvPr id="0" name=""/>
        <dsp:cNvSpPr/>
      </dsp:nvSpPr>
      <dsp:spPr>
        <a:xfrm>
          <a:off x="6159136" y="54083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16.1.2026.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demonstracija alfa verzije aplikacije</a:t>
          </a:r>
        </a:p>
      </dsp:txBody>
      <dsp:txXfrm>
        <a:off x="6199798" y="94745"/>
        <a:ext cx="2232538" cy="1306993"/>
      </dsp:txXfrm>
    </dsp:sp>
    <dsp:sp modelId="{91FD2043-3407-4A7A-A613-686B8A639980}">
      <dsp:nvSpPr>
        <dsp:cNvPr id="0" name=""/>
        <dsp:cNvSpPr/>
      </dsp:nvSpPr>
      <dsp:spPr>
        <a:xfrm>
          <a:off x="6159136" y="1789479"/>
          <a:ext cx="2313862" cy="13883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Arial" panose="020B0604020202020204" pitchFamily="34" charset="0"/>
              <a:cs typeface="Arial" panose="020B0604020202020204" pitchFamily="34" charset="0"/>
            </a:rPr>
            <a:t>23.1.2026.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predaja projekta na </a:t>
          </a:r>
          <a:r>
            <a:rPr lang="hr-HR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GitHub</a:t>
          </a:r>
          <a:endParaRPr lang="hr-HR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- izrađena prezentacija projekta</a:t>
          </a:r>
        </a:p>
      </dsp:txBody>
      <dsp:txXfrm>
        <a:off x="6199798" y="1830141"/>
        <a:ext cx="2232538" cy="1306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&lt;</a:t>
            </a:r>
            <a:r>
              <a:rPr lang="hr-HR" sz="4000" noProof="0" dirty="0" err="1"/>
              <a:t>Clayplay</a:t>
            </a:r>
            <a:r>
              <a:rPr lang="hr-HR" sz="4000" noProof="0" dirty="0"/>
              <a:t> studio&gt;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15.2 &lt;Stanari&gt;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Članovi grupe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Opis zadatka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Pregled zahtjeva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Arhitektura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Korišteni alati i tehnologije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Organizacija rada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Ispitivanje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Korisničko sučelje (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): Filip Mihalj,										Pavle Stanarević (voditelj tima)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Poslužitelj (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) : Toni Brajko, Bruno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Komočar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Baza podataka i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: Ivan Josip Kardum, Marko Malenica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 fontScale="92500"/>
          </a:bodyPr>
          <a:lstStyle/>
          <a:p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Što aplikacija rješava?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	Keramika je sve popularniji oblik kreativnog izražavanja i 	hobija.</a:t>
            </a:r>
          </a:p>
          <a:p>
            <a:pPr marL="0" lvl="0" indent="0">
              <a:buNone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	Zainteresirani korisnici trebaju mjesto radionica i izložbi 	keramike 	kako bi se bavili tim hobijem</a:t>
            </a:r>
          </a:p>
          <a:p>
            <a:pPr lvl="0"/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Cilj</a:t>
            </a:r>
          </a:p>
          <a:p>
            <a:pPr marL="0" lvl="0" indent="0">
              <a:buNone/>
            </a:pPr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Platforma omogućava pregled, prijavu i plaćanje vezane uz 	radionicu keramike.</a:t>
            </a:r>
          </a:p>
          <a:p>
            <a:pPr marL="0" lvl="0" indent="0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	Platforma također služi za promociju održanih radionica te 	kupnju i prodaju gotovih keramičkih proizvoda.</a:t>
            </a:r>
          </a:p>
          <a:p>
            <a:pPr lvl="0"/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Postoji li slično rješenje? Što je Vaša prednost?</a:t>
            </a:r>
          </a:p>
          <a:p>
            <a:pPr marL="0" lvl="0" indent="0">
              <a:buNone/>
            </a:pPr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Postoje stranice za radionice gline, ali naša prednost je 	intuitivno sučelje i fleksibilan raspored radionica i izložbi</a:t>
            </a:r>
            <a:endParaRPr lang="hr-HR" altLang="sr-Latn-R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Glavni funkcionalni zahtjevi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organizatorima da kreiraju radionice s nazivom, opisom, trajanjem, datumom i vremenom, lokacijom, brojem mjesta i cijenom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polaznicima da pregledavaju dostupne radionice s detaljima i filtriraju po datumu, lokaciji i cijeni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online trgovinu keramičkih proizvoda s opisima, cijenama i slikama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organizaciju izložbi s nazivom, lokacijom, datumom i prikazom radova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polaznicima da se prijavljuju na izložbu putem platforme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omogućuje administratorima da upravljaju korisnicima i odobravaju nove profile</a:t>
            </a:r>
          </a:p>
          <a:p>
            <a:pPr lvl="1"/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EB5A-9B00-39E5-623D-8323AD52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E84B-200C-B1FB-9AC8-1C4A0561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EFC0-6DDA-8140-3B44-54FBCBE3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Nefunkcionalni i zahtjevi domene primjene</a:t>
            </a: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Sustav mora podržavati veći broj istovremenih korisnika bez značajnog pada performansi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Registracija i prijava moraju koristiti sigurnosne protokole (HTTPS, OAuth 2.0)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Sva plaćanja moraju se obavljati preko sigurnog vanjskog servisa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treba biti popraćen "Priručnikom za rad" koji opisuje pravilnu upotrebu sustava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Korisničko sučelje treba biti responzivno i prilagođeno uređajima s različitim rezolucijama ekrana</a:t>
            </a:r>
          </a:p>
          <a:p>
            <a:pPr lvl="1"/>
            <a:endParaRPr lang="hr-HR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38965-68DF-309F-B492-E0BB5BB2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2816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59F7-7B8A-0045-7A13-0ADF78F1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887E-52D5-AC4D-4F3E-5CAF1223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CD6D-2A82-5CB3-6A4B-84CA9810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Arhitekturu sustava možemo podijeliti na 3 podsustava: </a:t>
            </a:r>
          </a:p>
          <a:p>
            <a:pPr lvl="1" fontAlgn="base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Korisničko sučelje (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fontAlgn="base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Poslužitelj (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fontAlgn="base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Baza podataka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179AB-6B4F-9660-32F3-5DB8F20B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BB90889-D2A8-5036-B2F7-5C45CFE8C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316" y="2891144"/>
            <a:ext cx="5565366" cy="375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69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2FD7-AB67-3D08-49D4-79FD258E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AA15-74C1-039E-544C-395E9F32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pic>
        <p:nvPicPr>
          <p:cNvPr id="6" name="Rezervirano mjesto sadržaja 5" descr="Slika na kojoj se prikazuje tekst, dijagram, Plan, snimka zaslona&#10;&#10;Sadržaj generiran uz AI možda nije točan.">
            <a:extLst>
              <a:ext uri="{FF2B5EF4-FFF2-40B4-BE49-F238E27FC236}">
                <a16:creationId xmlns:a16="http://schemas.microsoft.com/office/drawing/2014/main" id="{EDF52A55-6523-E3A3-3A65-272F98206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787" y="664990"/>
            <a:ext cx="5250426" cy="615701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FAB3C-DCCF-40FF-CCB2-1341AA6C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8958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B661-9207-81F8-1A75-18021F56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28A5-0007-713F-EAFB-B75C13E3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D1627-8378-E6F4-78FB-8239EC6C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8" name="Slika 7" descr="Slika na kojoj se prikazuje tekst, dijagram, paralelno, Plan&#10;&#10;Sadržaj generiran uz AI možda nije točan.">
            <a:extLst>
              <a:ext uri="{FF2B5EF4-FFF2-40B4-BE49-F238E27FC236}">
                <a16:creationId xmlns:a16="http://schemas.microsoft.com/office/drawing/2014/main" id="{0840B88F-2FFE-7530-9ABE-83F28016D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717" y="678819"/>
            <a:ext cx="6050565" cy="617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4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1"/>
            <a:ext cx="9000000" cy="5886000"/>
          </a:xfrm>
        </p:spPr>
        <p:txBody>
          <a:bodyPr>
            <a:normAutofit fontScale="85000" lnSpcReduction="20000"/>
          </a:bodyPr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Popis programskih jezika i radnih okvira</a:t>
            </a:r>
          </a:p>
          <a:p>
            <a:pPr lvl="1"/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za izradu programske podrške:</a:t>
            </a:r>
          </a:p>
          <a:p>
            <a:pPr lvl="2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Studio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Microsoft PowerPoint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PlantUML</a:t>
            </a: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19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AstahUML</a:t>
            </a:r>
            <a:endParaRPr lang="hr-HR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endParaRPr lang="hr-HR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(HTML, CSS, JavaScript)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Springboot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(Java)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baza: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za ispitivanje, dokumentaciju</a:t>
            </a:r>
          </a:p>
          <a:p>
            <a:pPr lvl="2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hr-HR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za komunikaciju i upravljanje</a:t>
            </a:r>
          </a:p>
          <a:p>
            <a:pPr lvl="2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WhatsApp</a:t>
            </a:r>
          </a:p>
          <a:p>
            <a:pPr lvl="2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Smještaj aplikacije</a:t>
            </a:r>
          </a:p>
          <a:p>
            <a:pPr lvl="1"/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Render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886000"/>
          </a:xfrm>
        </p:spPr>
        <p:txBody>
          <a:bodyPr>
            <a:normAutofit/>
          </a:bodyPr>
          <a:lstStyle/>
          <a:p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Neprogramski (organizacijski) zadaci</a:t>
            </a:r>
          </a:p>
          <a:p>
            <a:pPr lvl="1"/>
            <a:r>
              <a:rPr lang="sr-Latn-RS" altLang="sr-Latn-RS" dirty="0">
                <a:latin typeface="Arial" panose="020B0604020202020204" pitchFamily="34" charset="0"/>
                <a:cs typeface="Arial" panose="020B0604020202020204" pitchFamily="34" charset="0"/>
              </a:rPr>
              <a:t>Planiranje razvoja i </a:t>
            </a:r>
            <a:r>
              <a:rPr lang="sr-Latn-RS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raspodjela</a:t>
            </a:r>
            <a:r>
              <a:rPr lang="sr-Latn-RS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zadataka po fazama projekta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Definiranje funkcionalnosti i prioriteta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Praćenje napretka i dogovor oko daljnjih koraka razvoja</a:t>
            </a: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Organizacija komunikacije</a:t>
            </a:r>
          </a:p>
          <a:p>
            <a:pPr lvl="1"/>
            <a:r>
              <a:rPr lang="fi-FI" noProof="0" dirty="0">
                <a:latin typeface="Arial" panose="020B0604020202020204" pitchFamily="34" charset="0"/>
                <a:cs typeface="Arial" panose="020B0604020202020204" pitchFamily="34" charset="0"/>
              </a:rPr>
              <a:t>Komunikacija unutar tima odvijala se putem: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WhatsApp,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endParaRPr lang="hr-HR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 err="1">
                <a:latin typeface="Arial" panose="020B0604020202020204" pitchFamily="34" charset="0"/>
                <a:cs typeface="Arial" panose="020B0604020202020204" pitchFamily="34" charset="0"/>
              </a:rPr>
              <a:t>issues</a:t>
            </a: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l-PL" noProof="0" dirty="0">
                <a:latin typeface="Arial" panose="020B0604020202020204" pitchFamily="34" charset="0"/>
                <a:cs typeface="Arial" panose="020B0604020202020204" pitchFamily="34" charset="0"/>
              </a:rPr>
              <a:t>Dokumentacija i kod centralizirani su na GitHub repozitoriju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BB9A-8CEE-03E4-69F4-55F7E92E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BBF8-B23D-379D-172B-3E05E640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C25EC-A689-DAE5-3477-8FF21B82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886000"/>
          </a:xfrm>
        </p:spPr>
        <p:txBody>
          <a:bodyPr>
            <a:normAutofit/>
          </a:bodyPr>
          <a:lstStyle/>
          <a:p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Github iskustvo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Korištenje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repozitorija za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verzioniranje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koda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Rad u granama (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branching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) i spajanje promjena (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Praćenje povijesti promjena i rješavanje konflikata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Suradnja kroz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requestove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Prim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ijenjeni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model životnog ciklusa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Korišten je ad-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hoc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/ iterativni pristup razvoju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Funkcionalnosti su razvijane postupno i unapređivane kroz više iteracija</a:t>
            </a:r>
          </a:p>
          <a:p>
            <a:pPr lvl="1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Povratne informacije korištene su za prilagodbu daljnjeg razvoja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D281A-24B0-F36A-9138-A3D63285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43876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4E29-987C-D33F-4C8F-8AE6A67E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9ECF-E8CC-6055-4E3C-713395CA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0825-F46C-8BFE-F399-7508C0EE6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Tablica raščlambe zadataka članova s procijenjenim naporom u satima</a:t>
            </a:r>
          </a:p>
          <a:p>
            <a:endParaRPr lang="hr-HR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6B82-6250-E80E-B24D-BC7FDA74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  <p:graphicFrame>
        <p:nvGraphicFramePr>
          <p:cNvPr id="5" name="Tablica 4">
            <a:extLst>
              <a:ext uri="{FF2B5EF4-FFF2-40B4-BE49-F238E27FC236}">
                <a16:creationId xmlns:a16="http://schemas.microsoft.com/office/drawing/2014/main" id="{FD3ABFE9-AFC0-B07D-8D6A-6E83F0CBC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61392"/>
              </p:ext>
            </p:extLst>
          </p:nvPr>
        </p:nvGraphicFramePr>
        <p:xfrm>
          <a:off x="378541" y="1925974"/>
          <a:ext cx="8386915" cy="286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383">
                  <a:extLst>
                    <a:ext uri="{9D8B030D-6E8A-4147-A177-3AD203B41FA5}">
                      <a16:colId xmlns:a16="http://schemas.microsoft.com/office/drawing/2014/main" val="1820281925"/>
                    </a:ext>
                  </a:extLst>
                </a:gridCol>
                <a:gridCol w="1677383">
                  <a:extLst>
                    <a:ext uri="{9D8B030D-6E8A-4147-A177-3AD203B41FA5}">
                      <a16:colId xmlns:a16="http://schemas.microsoft.com/office/drawing/2014/main" val="3367692202"/>
                    </a:ext>
                  </a:extLst>
                </a:gridCol>
                <a:gridCol w="1677383">
                  <a:extLst>
                    <a:ext uri="{9D8B030D-6E8A-4147-A177-3AD203B41FA5}">
                      <a16:colId xmlns:a16="http://schemas.microsoft.com/office/drawing/2014/main" val="268404983"/>
                    </a:ext>
                  </a:extLst>
                </a:gridCol>
                <a:gridCol w="1677383">
                  <a:extLst>
                    <a:ext uri="{9D8B030D-6E8A-4147-A177-3AD203B41FA5}">
                      <a16:colId xmlns:a16="http://schemas.microsoft.com/office/drawing/2014/main" val="1689526396"/>
                    </a:ext>
                  </a:extLst>
                </a:gridCol>
                <a:gridCol w="1677383">
                  <a:extLst>
                    <a:ext uri="{9D8B030D-6E8A-4147-A177-3AD203B41FA5}">
                      <a16:colId xmlns:a16="http://schemas.microsoft.com/office/drawing/2014/main" val="880320792"/>
                    </a:ext>
                  </a:extLst>
                </a:gridCol>
              </a:tblGrid>
              <a:tr h="473095">
                <a:tc>
                  <a:txBody>
                    <a:bodyPr/>
                    <a:lstStyle/>
                    <a:p>
                      <a:pPr algn="ctr"/>
                      <a:endParaRPr lang="hr-H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</a:t>
                      </a:r>
                      <a:endParaRPr lang="hr-HR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hr-HR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Backend</a:t>
                      </a:r>
                      <a:endParaRPr lang="hr-H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hr-H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Baza</a:t>
                      </a:r>
                      <a:endParaRPr lang="hr-H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hr-H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Dokumentacija</a:t>
                      </a:r>
                      <a:endParaRPr lang="hr-H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280818"/>
                  </a:ext>
                </a:extLst>
              </a:tr>
              <a:tr h="412955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 Brajko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943843"/>
                  </a:ext>
                </a:extLst>
              </a:tr>
              <a:tr h="344129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I. J. Kardum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58230"/>
                  </a:ext>
                </a:extLst>
              </a:tr>
              <a:tr h="379617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 </a:t>
                      </a:r>
                      <a:r>
                        <a:rPr lang="hr-H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Komočar</a:t>
                      </a:r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57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640986"/>
                  </a:ext>
                </a:extLst>
              </a:tr>
              <a:tr h="37961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 Malenica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0831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lvl="0" indent="0" algn="ctr" defTabSz="257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Mihalj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9288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marR="0" lvl="0" indent="0" algn="ctr" defTabSz="257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 Stanarević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71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10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37D7-791C-7EA4-70C6-A49CB16E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D534-E6BB-3BD9-F138-B78E0FDF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9B59-13E3-0351-AFF3-FA1FC1D34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Vremenski okvir razvoja (specifikacija, implementacija, testiranje, dokumentacija)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28755-16FB-057F-2FCC-CF2792A3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graphicFrame>
        <p:nvGraphicFramePr>
          <p:cNvPr id="10" name="Dijagram 9">
            <a:extLst>
              <a:ext uri="{FF2B5EF4-FFF2-40B4-BE49-F238E27FC236}">
                <a16:creationId xmlns:a16="http://schemas.microsoft.com/office/drawing/2014/main" id="{83038C20-25F8-AF54-6FFD-158B7DF4F7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417070"/>
              </p:ext>
            </p:extLst>
          </p:nvPr>
        </p:nvGraphicFramePr>
        <p:xfrm>
          <a:off x="234737" y="1821761"/>
          <a:ext cx="8477262" cy="4967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1987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Organizacija ispitivanja</a:t>
            </a:r>
          </a:p>
          <a:p>
            <a:pPr lvl="1"/>
            <a:r>
              <a:rPr lang="sr-Latn-RS" altLang="sr-Latn-RS" dirty="0">
                <a:latin typeface="Arial" panose="020B0604020202020204" pitchFamily="34" charset="0"/>
                <a:cs typeface="Arial" panose="020B0604020202020204" pitchFamily="34" charset="0"/>
              </a:rPr>
              <a:t>Ispitivanje je provedeno ručno </a:t>
            </a:r>
            <a:r>
              <a:rPr lang="sr-Latn-RS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tijekom</a:t>
            </a:r>
            <a:r>
              <a:rPr lang="sr-Latn-RS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razvoja sustava</a:t>
            </a:r>
          </a:p>
          <a:p>
            <a:pPr lvl="1"/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Testiranje je rađeno po funkcionalnim cjelinama</a:t>
            </a:r>
          </a:p>
          <a:p>
            <a:pPr lvl="1"/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Svaka nova funkcionalnost je testirana prije integracije u sustav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Posebna pažnja posvećena je različitim korisničkim ulogama (organizator, polaznik)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noProof="0" dirty="0">
                <a:latin typeface="Arial" panose="020B0604020202020204" pitchFamily="34" charset="0"/>
                <a:cs typeface="Arial" panose="020B0604020202020204" pitchFamily="34" charset="0"/>
              </a:rPr>
              <a:t>Fokus ispitivanja</a:t>
            </a:r>
          </a:p>
          <a:p>
            <a:pPr lvl="1"/>
            <a:r>
              <a:rPr lang="sr-Latn-RS" altLang="sr-Latn-RS" dirty="0">
                <a:latin typeface="Arial" panose="020B0604020202020204" pitchFamily="34" charset="0"/>
                <a:cs typeface="Arial" panose="020B0604020202020204" pitchFamily="34" charset="0"/>
              </a:rPr>
              <a:t>ispravnost osnovnih funkcionalnosti sustava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pravilna komunikaciji između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frontenda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backenda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ispravni prikaz i obrada korisničkih podataka</a:t>
            </a:r>
            <a:endParaRPr lang="sr-Latn-RS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B834-D221-39FE-686E-CCA1848C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1BF5-5502-79C9-D5D6-D1607383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3AC39-6750-796D-1D3E-81E5CCF2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r-HR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Ključne funkcionalnosti</a:t>
            </a:r>
          </a:p>
          <a:p>
            <a:pPr lvl="2"/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organizatori imaju opciju </a:t>
            </a:r>
            <a:r>
              <a:rPr lang="hr-HR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organizacija/pregleda radionica, izložbi</a:t>
            </a: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polaznici imaju opciju rezervacija radionica, izložbi</a:t>
            </a: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organizatori imaju opciju kreiranja proizvoda za kupnju</a:t>
            </a:r>
          </a:p>
          <a:p>
            <a:pPr lvl="2"/>
            <a:r>
              <a:rPr lang="hr-HR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polaznici imaju opciju kupnje proizvoda u shopu</a:t>
            </a: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mogućnost plaćanja kreditnim karticama ili PayPal-om</a:t>
            </a:r>
            <a:endParaRPr lang="hr-HR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administratori imaju opciju upravljanja korisnicima i odobravanja novih profila organizatora</a:t>
            </a:r>
          </a:p>
          <a:p>
            <a:pPr lvl="2"/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B0D7F-BCB5-2DB8-0B88-F9437DF5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51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Naučene lekcije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Bolje razumijevanje cjelokupnog procesa razvoja web aplikacije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Važnost dobre vremenske organiziranosti i koordiniranosti između članova tima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Značaj izrade više verzija koda i rada s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GitHubom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u razvoju projekta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Što se ne bi smjelo ponoviti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Paralelne izmjene istog dijela koda bez koordinacije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Odgađanje integracije pojedinih dijelova sustava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Neposvećivanje dovoljno vremena dokumentaciji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1535</TotalTime>
  <Words>880</Words>
  <Application>Microsoft Office PowerPoint</Application>
  <PresentationFormat>Prikaz na zaslonu (4:3)</PresentationFormat>
  <Paragraphs>182</Paragraphs>
  <Slides>17</Slides>
  <Notes>3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17</vt:i4>
      </vt:variant>
    </vt:vector>
  </HeadingPairs>
  <TitlesOfParts>
    <vt:vector size="31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&lt;Clayplay studio&gt;</vt:lpstr>
      <vt:lpstr>Sadržaj</vt:lpstr>
      <vt:lpstr>Članovi grupe</vt:lpstr>
      <vt:lpstr>O projektu</vt:lpstr>
      <vt:lpstr>Pregled zahtjeva</vt:lpstr>
      <vt:lpstr>Pregled zahtjeva</vt:lpstr>
      <vt:lpstr>Arhitektura sustava</vt:lpstr>
      <vt:lpstr>Arhitektura sustava</vt:lpstr>
      <vt:lpstr>Arhitektura sustava</vt:lpstr>
      <vt:lpstr>Korišteni alati i tehnologije</vt:lpstr>
      <vt:lpstr>Organizacija rada</vt:lpstr>
      <vt:lpstr>Organizacija rada</vt:lpstr>
      <vt:lpstr>Organizacija rada</vt:lpstr>
      <vt:lpstr>Organizacija rada</vt:lpstr>
      <vt:lpstr>Ispitivanje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Pavle Stanarević</cp:lastModifiedBy>
  <cp:revision>50</cp:revision>
  <dcterms:created xsi:type="dcterms:W3CDTF">2016-01-18T13:10:52Z</dcterms:created>
  <dcterms:modified xsi:type="dcterms:W3CDTF">2026-01-23T18:25:52Z</dcterms:modified>
</cp:coreProperties>
</file>